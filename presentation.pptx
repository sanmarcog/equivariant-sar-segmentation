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tiny D4-equivariant CNN for avalanche deposit segmentation in bi-temporal</a:t>
            </a:r>
          </a:p>
          <a:p>
            <a:r>
              <a:t>Sentinel-1 SAR. Headline: we tie the published Gatti 2024 Swin-UNet on pixel F1</a:t>
            </a:r>
          </a:p>
          <a:p>
            <a:r>
              <a:t>using about 1% of the parameters, and we show that the standard pixel metric hides a</a:t>
            </a:r>
          </a:p>
          <a:p>
            <a:r>
              <a:t>10.7-point gap on instance-level F1. I'll walk through the architecture, the</a:t>
            </a:r>
          </a:p>
          <a:p>
            <a:r>
              <a:t>experimental journey, the negative results, and the metric finding. ~15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 is noisy and deposits are tiny. The only reliable signal is the difference</a:t>
            </a:r>
          </a:p>
          <a:p>
            <a:r>
              <a:t>between a pre-event and post-event scene. Critically, a deposit's orientation w.r.t.</a:t>
            </a:r>
          </a:p>
          <a:p>
            <a:r>
              <a:t>the radar frame has no physical meaning — the satellite flies a specific track but</a:t>
            </a:r>
          </a:p>
          <a:p>
            <a:r>
              <a:t>the avalanche doesn't know that. Gatti et al. 2024 published a Swin-UNet baseline</a:t>
            </a:r>
          </a:p>
          <a:p>
            <a:r>
              <a:t>at pixel F1 around 0.79 — that's our reference point. The image on the right is a</a:t>
            </a:r>
          </a:p>
          <a:p>
            <a:r>
              <a:t>representative scene pair with the deposit mask overlaid.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Swin-UNet has 60 million parameters and learns rotation/reflection invariance</a:t>
            </a:r>
          </a:p>
          <a:p>
            <a:r>
              <a:t>implicitly through augmentation. Our question: if that invariance is a known physical</a:t>
            </a:r>
          </a:p>
          <a:p>
            <a:r>
              <a:t>property of the problem, what happens when we bake it into the architecture instead</a:t>
            </a:r>
          </a:p>
          <a:p>
            <a:r>
              <a:t>of learning it? We use D4 — the dihedral group of order 8, the eight symmetries of</a:t>
            </a:r>
          </a:p>
          <a:p>
            <a:r>
              <a:t>the image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Equivariance means: rotate the input, the output rotates the same way — by construction.</a:t>
            </a:r>
          </a:p>
          <a:p>
            <a:r>
              <a:t>Our encoder is exactly equivariant thanks to escnn — verified in CI on every push.</a:t>
            </a:r>
          </a:p>
          <a:p>
            <a:r>
              <a:t>After GroupPooling we have an invariant representation. The decoder is standard</a:t>
            </a:r>
          </a:p>
          <a:p>
            <a:r>
              <a:t>Conv2d, so the full model is only approximately equivariant. This is a deliberate</a:t>
            </a:r>
          </a:p>
          <a:p>
            <a:r>
              <a:t>trade-off: the decoder keeps the parameter count tiny and allows skip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input channels — pre and post SAR plus derived features: log-ratio, incidence</a:t>
            </a:r>
          </a:p>
          <a:p>
            <a:r>
              <a:t>angle, DEM. The encoder is five equivariant blocks with weights shared across pre</a:t>
            </a:r>
          </a:p>
          <a:p>
            <a:r>
              <a:t>and post branches. We take the difference in the regular representation — still</a:t>
            </a:r>
          </a:p>
          <a:p>
            <a:r>
              <a:t>equivariant — then GroupPool to get an invariant tensor. The decoder is plain Conv2d</a:t>
            </a:r>
          </a:p>
          <a:p>
            <a:r>
              <a:t>with skip connections from the invariant trunk. Total parameter count: 625k — about</a:t>
            </a:r>
          </a:p>
          <a:p>
            <a:r>
              <a:t>1% of Swin-UNet. This number is locked by a CI test called test_parameter_count.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arrow here is a SLURM sweep on Hyak. Started by mirroring Gatti's setup —</a:t>
            </a:r>
          </a:p>
          <a:p>
            <a:r>
              <a:t>no augmentation, no skip — F1 around 0.75. Augmentation sweep: 3x rotation/flip is</a:t>
            </a:r>
          </a:p>
          <a:p>
            <a:r>
              <a:t>optimal. Regularization sweeps said: bigger models hurt, warm restarts hurt, heavy</a:t>
            </a:r>
          </a:p>
          <a:p>
            <a:r>
              <a:t>regularization hurts. That's evidence for the inductive-bias story — we don't need</a:t>
            </a:r>
          </a:p>
          <a:p>
            <a:r>
              <a:t>more capacity. Lambda sweep on component-IoU loss showed a bimodal trade-off — next</a:t>
            </a:r>
          </a:p>
          <a:p>
            <a:r>
              <a:t>slide. Final config: condition 1 loss, no-skip variant, aug 3x, seed 1 — pixel</a:t>
            </a:r>
          </a:p>
          <a:p>
            <a:r>
              <a:t>F1 0.7938.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component-IoU variant from Kofler et al.'s blob-loss family. The lambda</a:t>
            </a:r>
          </a:p>
          <a:p>
            <a:r>
              <a:t>sweep showed a bimodal trade-off: low lambda favors pixel F1, high lambda favors</a:t>
            </a:r>
          </a:p>
          <a:p>
            <a:r>
              <a:t>detecting small deposits. No single value dominates. Calling this out because the</a:t>
            </a:r>
          </a:p>
          <a:p>
            <a:r>
              <a:t>literature usually reports a single number; we're saying the loss is a dial, not a</a:t>
            </a:r>
          </a:p>
          <a:p>
            <a:r>
              <a:t>setting — which end you want depends on your downstream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finding. On pixel F1 — the standard metric everyone reports — we tie</a:t>
            </a:r>
          </a:p>
          <a:p>
            <a:r>
              <a:t>Gatti. Three thousandths of a point. That's noise. But on instance F1, with a</a:t>
            </a:r>
          </a:p>
          <a:p>
            <a:r>
              <a:t>center-point matching rule, we're ahead by 10.7 percentage points. Same predictions,</a:t>
            </a:r>
          </a:p>
          <a:p>
            <a:r>
              <a:t>same ground truth, different metric, completely different story. This is the core</a:t>
            </a:r>
          </a:p>
          <a:p>
            <a:r>
              <a:t>methodological contribution of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remember. Left bar group: pixel F1 — bars the same height.</a:t>
            </a:r>
          </a:p>
          <a:p>
            <a:r>
              <a:t>Right bar group: instance F1 — clear gap. We're not better at labeling pixels.</a:t>
            </a:r>
          </a:p>
          <a:p>
            <a:r>
              <a:t>We're better at producing one clean prediction per deposit instead of several</a:t>
            </a:r>
          </a:p>
          <a:p>
            <a:r>
              <a:t>fragmented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instance-F1 gap isn't uniform across deposit sizes. Broken down by EAWS D-scale —</a:t>
            </a:r>
          </a:p>
          <a:p>
            <a:r>
              <a:t>the European avalanche standard — the biggest gap is at D3, destructive-size deposits.</a:t>
            </a:r>
          </a:p>
          <a:p>
            <a:r>
              <a:t>13 percentage points. That matters operationally. D3 is what triggers road closures</a:t>
            </a:r>
          </a:p>
          <a:p>
            <a:r>
              <a:t>and rescue dispatch. Our symmetry-aware model produces a single clean D3 deposit</a:t>
            </a:r>
          </a:p>
          <a:p>
            <a:r>
              <a:t>where Gatti's fragments into 3-4 high-confidence blobs.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at the failure-mode panels. Ground truth: one deposit. Gatti's prediction</a:t>
            </a:r>
          </a:p>
          <a:p>
            <a:r>
              <a:t>breaks it into three blobs with gaps. Pixel-wise still mostly right. But counted</a:t>
            </a:r>
          </a:p>
          <a:p>
            <a:r>
              <a:t>as instances, that's false positives plus a missed true positive. Our model produces</a:t>
            </a:r>
          </a:p>
          <a:p>
            <a:r>
              <a:t>one contiguous prediction. The equivariant encoder gives a smoother</a:t>
            </a:r>
          </a:p>
          <a:p>
            <a:r>
              <a:t>orientation-invariant feature map — fewer local spurious 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Pareto plot. X-axis: parameter count. Y-axis: pixel F1. Our point sits alone in the</a:t>
            </a:r>
          </a:p>
          <a:p>
            <a:r>
              <a:t>bottom-right — same F1, two orders of magnitude fewer parameters. This matters for:</a:t>
            </a:r>
          </a:p>
          <a:p>
            <a:r>
              <a:t>(1) edge / near-real-time deployment, (2) training data efficiency, (3) environmental</a:t>
            </a:r>
          </a:p>
          <a:p>
            <a:r>
              <a:t>cost of the research workflow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slide on calibration. Both models over-confident at the high end and</a:t>
            </a:r>
          </a:p>
          <a:p>
            <a:r>
              <a:t>under-confident at the low end. Temperature scaling gives a marginal improvement</a:t>
            </a:r>
          </a:p>
          <a:p>
            <a:r>
              <a:t>but doesn't change the F1 ranking. We ship with T-scaling on and document the</a:t>
            </a:r>
          </a:p>
          <a:p>
            <a:r>
              <a:t>residual asymmetry so downstream users know what they're getting.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cost us a week. Bigger models hurt — evidence for inductive bias</a:t>
            </a:r>
          </a:p>
          <a:p>
            <a:r>
              <a:t>over scale. Heavy regularization hurt — the equivariance already regularizes, don't</a:t>
            </a:r>
          </a:p>
          <a:p>
            <a:r>
              <a:t>pile on. Warm restarts hurt — the loss landscape isn't the blocker. And the DPR</a:t>
            </a:r>
          </a:p>
          <a:p>
            <a:r>
              <a:t>instance-segmentation head never converged: 150 instance crops couldn't compete with</a:t>
            </a:r>
          </a:p>
          <a:p>
            <a:r>
              <a:t>30k pixel patches, and we saw catastrophic forgetting of the pre-trained encoder.</a:t>
            </a:r>
          </a:p>
          <a:p>
            <a:r>
              <a:t>We're calling this out because the community has a bias toward success 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 matters. Seven CI tests on every push — encoder equivariance via escnn's own</a:t>
            </a:r>
          </a:p>
          <a:p>
            <a:r>
              <a:t>check, GroupPooling invariance, determinism, shape, parameter count locked. Final</a:t>
            </a:r>
          </a:p>
          <a:p>
            <a:r>
              <a:t>checkpoint and eval JSON both committed. Norm stats file committed — it was in</a:t>
            </a:r>
          </a:p>
          <a:p>
            <a:r>
              <a:t>.gitignore and I force-added it. SLURM scripts use environment variables so nothing</a:t>
            </a:r>
          </a:p>
          <a:p>
            <a:r>
              <a:t>is hardcoded to my Hyak account. Anyone can reproduce this in a fresh clone.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tour. Model lives in segnet.py. Data handling has its own subpackage.</a:t>
            </a:r>
          </a:p>
          <a:p>
            <a:r>
              <a:t>Losses are modular — pick one with a flag. train.py does the loop with AMP and</a:t>
            </a:r>
          </a:p>
          <a:p>
            <a:r>
              <a:t>F1-based checkpointing. inference.py handles sliding-window with four blending</a:t>
            </a:r>
          </a:p>
          <a:p>
            <a:r>
              <a:t>modes and 4-fold TTA. evaluate.py does bootstrap confidence intervals and</a:t>
            </a:r>
          </a:p>
          <a:p>
            <a:r>
              <a:t>permutation tests against the baseline. SLURM scripts are env-var templated.</a:t>
            </a:r>
          </a:p>
          <a:p>
            <a:r>
              <a:t>The wiki is a living lab notebook — if you want to know why we made a decision,</a:t>
            </a:r>
          </a:p>
          <a:p>
            <a:r>
              <a:t>it's there, 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take-homes. One: for a problem with known symmetry, encoding it beats learning</a:t>
            </a:r>
          </a:p>
          <a:p>
            <a:r>
              <a:t>it — at a hundredth of the parameters. Two: the metric you report is a scientific</a:t>
            </a:r>
          </a:p>
          <a:p>
            <a:r>
              <a:t>choice, not a formatting choice. Pixel F1 was structurally blind to the fragmentation</a:t>
            </a:r>
          </a:p>
          <a:p>
            <a:r>
              <a:t>gap. Three: the DPR negative result says data scarcity beats architectural cleverness</a:t>
            </a:r>
          </a:p>
          <a:p>
            <a:r>
              <a:t>every time. If you're about to add an instance head, count your instance labels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Happy to go deeper on: escnn group representation details, the instance-matching</a:t>
            </a:r>
          </a:p>
          <a:p>
            <a:r>
              <a:t>rule (center-point with IoU tie-break), copy-paste augmentation ablation, or the</a:t>
            </a:r>
          </a:p>
          <a:p>
            <a:r>
              <a:t>DPR catastrophic-forgetting analysis. All numbers are bootstrap CIs plus permutation</a:t>
            </a:r>
          </a:p>
          <a:p>
            <a:r>
              <a:t>tested — nothing is cherry-picked.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37160" cy="2286000"/>
          </a:xfrm>
          <a:prstGeom prst="rect">
            <a:avLst/>
          </a:prstGeom>
          <a:solidFill>
            <a:srgbClr val="EDC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D4-Equivariant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for SAR Avalanche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EDC05E"/>
                </a:solidFill>
                <a:latin typeface="Calibri"/>
              </a:rPr>
              <a:t>100× fewer parameters.  Better instance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Guillermo San Marco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Sentinel-1 bi-temporal SAR · tiny, arbitrarily-oriented deposits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latin typeface="Calibri"/>
              </a:rPr>
              <a:t>•  Avalanche deposits are small — often &lt;1% of scene pixels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Calibri"/>
              </a:rPr>
              <a:t>•  Only visible as a difference between pre-event / post-event acquisitions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Calibri"/>
              </a:rPr>
              <a:t>•  Orientation w.r.t. the radar frame has no physical meaning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Calibri"/>
              </a:rPr>
              <a:t>•  SAR is noisy — speckle, incidence-angle effects, terrain shadowing</a:t>
            </a:r>
          </a:p>
          <a:p>
            <a:pPr algn="l">
              <a:spcAft>
                <a:spcPts val="800"/>
              </a:spcAft>
            </a:pPr>
            <a:r>
              <a:rPr sz="2000">
                <a:latin typeface="Calibri"/>
              </a:rPr>
              <a:t>•  Public baseline: Gatti 2024 Swin-UNet, pixel F1 ≈ 0.79</a:t>
            </a:r>
          </a:p>
        </p:txBody>
      </p:sp>
      <p:pic>
        <p:nvPicPr>
          <p:cNvPr id="6" name="Picture 5" descr="pair16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5271359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The 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A5568"/>
                </a:solidFill>
                <a:latin typeface="Calibri"/>
              </a:rPr>
              <a:t>Published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Swin-UNet  (Gatti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~60 M parameters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Learns rotation invariance from augmentation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Test pixel F1 ≈ 0.79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F855A"/>
                </a:solidFill>
                <a:latin typeface="Calibri"/>
              </a:rPr>
              <a:t>Our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365D"/>
                </a:solidFill>
                <a:latin typeface="Calibri"/>
              </a:rPr>
              <a:t>D4-equivariant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Rotation / reflection symmetry baked into the architecture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How small can we go?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8 symmetries: {id, r90, r180, r270, 4× flips}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What D4 equivariance buys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Encoder exactly equivariant  ·  full model approximately equivariant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Input x                       g · x  (rotated/flipped)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│                              │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▼                              ▼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┌─────────┐                   ┌─────────┐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│ Encoder │                   │ Encoder │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└─────────┘                   └─────────┘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│                              │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▼                              ▼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Encoder(x)    ── g · ─▶     Encoder(g·x)      ← EXACT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│                              │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▼                              ▼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GroupPool                       GroupPool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│                              │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▼                              ▼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invariant(x)   ─────── = ─▶    invariant(g·x)   ← EXACT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│                              │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▼                              ▼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Conv2d Decoder                  Conv2d Decoder  ← approximate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│                              │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  ▼                              ▼</a:t>
            </a:r>
          </a:p>
          <a:p>
            <a:pPr algn="l"/>
            <a:r>
              <a:rPr sz="1400">
                <a:solidFill>
                  <a:srgbClr val="1A365D"/>
                </a:solidFill>
                <a:latin typeface="Menlo"/>
              </a:rPr>
              <a:t>           logit(x)   ≈  g⁻¹ ·         logit(g·x)      ← approximate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45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12-channel bi-temporal SAR input   (B, 12, H, W)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├── post  = [VH, VV, log-ratio, RGD, LIA, ...]   idx 0–5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├── pre   = [VH, VV, &lt;shared derived 2–5&gt;]       idx 6,7,2–5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└── extra = [DEM, slope, ...]                    idx 8–11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    ▼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┌─────────────────────────────────────────────────────────┐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D4-equivariant encoder   (escnn, N=4, with flips)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shared weights across pre / post branches      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                                               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   post ─► enc(post)        pre ─► enc(pre)    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              │                      │         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              └────── difference ────┘         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                       │                       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│                  GroupPooling ─► invariant tensor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└─────────────────────────────────────────────────────────┘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    ▼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Conv2d decoder  (4 stages, skip from invariant trunk)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    │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    ├── seg  head ─► logit     (B, 1, H, W)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      └── area head ─► area_m²   (B,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2560320"/>
            <a:ext cx="2011680" cy="20116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27432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31089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625,617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9319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~1% of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Swin-UNet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The experimental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Every arrow is a SLURM sweep on Hyak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430000" cy="4754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gatti_mirror.sh       cond1, no aug, no skip          F1 ~0.75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│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▼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aug_experiment.sh     aug 1× / 3× / 5×                aug3× wins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│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▼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reg_sweep 1/2/3/3b    depth, wd, focal-tversky, ...   bigger hurts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│                                            warm restarts hurt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▼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lambda_sweep.sh       component-IoU λ grid            bimodal trade-off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│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▼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calibration_sweep     T-scale / Platt / isotonic      marginal gain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│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         ▼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  ★  cond1, no-skip, aug3×, seed 1                      F1 = 0.7938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Negative result: λ sweep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Component-IoU loss weight has no single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Low λ → better pixel F1, fragmented small deposits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High λ → better small-instance recall, pixel F1 drops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No single λ wins both axes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The loss is a dial, not a setting — which end depends on use case</a:t>
            </a:r>
          </a:p>
        </p:txBody>
      </p:sp>
      <p:pic>
        <p:nvPicPr>
          <p:cNvPr id="6" name="Picture 5" descr="lambd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12902226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The methodological punchline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Same predictions, same ground truth — different metric, different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  <a:latin typeface="Calibri"/>
              </a:rPr>
              <a:t>Pixel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A365D"/>
                </a:solidFill>
                <a:latin typeface="Calibri"/>
              </a:rPr>
              <a:t>ours    0.794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>
                <a:solidFill>
                  <a:srgbClr val="4A5568"/>
                </a:solidFill>
                <a:latin typeface="Calibri"/>
              </a:rPr>
              <a:t>Gatti   0.791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9039"/>
            <a:ext cx="3840480" cy="4572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4A5568"/>
                </a:solidFill>
                <a:latin typeface="Calibri"/>
              </a:rPr>
              <a:t>Δ = +0.003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4A5568"/>
                </a:solidFill>
                <a:latin typeface="Calibri"/>
              </a:rPr>
              <a:t>a tie.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303520" cy="411480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2F855A"/>
                </a:solidFill>
                <a:latin typeface="Calibri"/>
              </a:rPr>
              <a:t>Instance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60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F855A"/>
                </a:solidFill>
                <a:latin typeface="Calibri"/>
              </a:rPr>
              <a:t>ours    0.620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089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>
                <a:solidFill>
                  <a:srgbClr val="4A5568"/>
                </a:solidFill>
                <a:latin typeface="Calibri"/>
              </a:rPr>
              <a:t>Gatti   0.513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3749039"/>
            <a:ext cx="3840480" cy="45720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8404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F855A"/>
                </a:solidFill>
                <a:latin typeface="Calibri"/>
              </a:rPr>
              <a:t>Δ = +0.107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7548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2F855A"/>
                </a:solidFill>
                <a:latin typeface="Calibri"/>
              </a:rPr>
              <a:t>a real gap.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Metric disagreement — the picture</a:t>
            </a:r>
          </a:p>
        </p:txBody>
      </p:sp>
      <p:pic>
        <p:nvPicPr>
          <p:cNvPr id="4" name="Picture 3" descr="metric_dis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371600"/>
            <a:ext cx="113792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Where the gap comes from — D-scale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EAWS destructive-size classes  ·  larger deposits = operational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10058400" cy="84868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745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365D"/>
                </a:solidFill>
                <a:latin typeface="Calibri"/>
              </a:rPr>
              <a:t>D-scale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365D"/>
                </a:solidFill>
                <a:latin typeface="Calibri"/>
              </a:rPr>
              <a:t>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745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365D"/>
                </a:solidFill>
                <a:latin typeface="Calibri"/>
              </a:rPr>
              <a:t>Gatti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7452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365D"/>
                </a:solidFill>
                <a:latin typeface="Calibri"/>
              </a:rPr>
              <a:t>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D1 (small)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0.31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7432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0.27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74320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+0.04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0.58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1188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0.49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1188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4A5568"/>
                </a:solidFill>
                <a:latin typeface="Calibri"/>
              </a:rPr>
              <a:t>+0.09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343400"/>
            <a:ext cx="10058400" cy="84868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6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F855A"/>
                </a:solidFill>
                <a:latin typeface="Calibri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6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F855A"/>
                </a:solidFill>
                <a:latin typeface="Calibri"/>
              </a:rPr>
              <a:t>0.71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48056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F855A"/>
                </a:solidFill>
                <a:latin typeface="Calibri"/>
              </a:rPr>
              <a:t>0.58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48056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F855A"/>
                </a:solidFill>
                <a:latin typeface="Calibri"/>
              </a:rPr>
              <a:t>+0.13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365D"/>
                </a:solidFill>
                <a:latin typeface="Calibri"/>
              </a:rPr>
              <a:t>D3 is where the gap is largest — and D3 is what practitioners act 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Why: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Gatti's big deposits split into multiple high-confidence blobs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Gatti's predictions fragment large deposits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Pixel F1 doesn't care — pixels still mostly right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Instance F1 penalizes fragmentation once per deposit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Equivariant encoder → smoother orientation-invariant features, fewer spurious local peaks</a:t>
            </a:r>
          </a:p>
        </p:txBody>
      </p:sp>
      <p:pic>
        <p:nvPicPr>
          <p:cNvPr id="6" name="Picture 5" descr="failure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6863006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Parameter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Pareto-dominant on  params × F1</a:t>
            </a:r>
          </a:p>
        </p:txBody>
      </p:sp>
      <p:pic>
        <p:nvPicPr>
          <p:cNvPr id="5" name="Picture 4" descr="param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71600"/>
            <a:ext cx="774536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365D"/>
                </a:solidFill>
                <a:latin typeface="Calibri"/>
              </a:rPr>
              <a:t>0.63 M parameters   ·   two orders of magnitude below Swin-UNet   ·   same pixel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Both models asymmetrically miscalibrated  ·  temperature scaling doesn't change F1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Over-confident at high probabilities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Under-confident at low probabilities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Temperature scaling helps marginally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F1 ranking invariant to calibration choice</a:t>
            </a:r>
          </a:p>
          <a:p>
            <a:pPr algn="l">
              <a:spcAft>
                <a:spcPts val="800"/>
              </a:spcAft>
            </a:pPr>
            <a:r>
              <a:rPr sz="1800">
                <a:latin typeface="Calibri"/>
              </a:rPr>
              <a:t>•  Ship with T-scaling on; document the residual asymmetry</a:t>
            </a:r>
          </a:p>
        </p:txBody>
      </p:sp>
      <p:pic>
        <p:nvPicPr>
          <p:cNvPr id="6" name="Picture 5" descr="calibration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12221688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Honest negative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28600" cy="77724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Bigger models hurt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confirms inductive-bias story, not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228600" cy="77724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Heavy regularization hurt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36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equivariance already regularizes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228600" cy="77724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Warm restarts hurt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loss landscape isn't the blocker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228600" cy="77724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365D"/>
                </a:solidFill>
                <a:latin typeface="Calibri"/>
              </a:rPr>
              <a:t>DPR instance head 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A5568"/>
                </a:solidFill>
                <a:latin typeface="Calibri"/>
              </a:rPr>
              <a:t>150 crops vs 30k patches  →  catastrophic forgetting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latin typeface="Calibri"/>
              </a:rPr>
              <a:t>•  CI green — 7 tests on every push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Calibri"/>
              </a:rPr>
              <a:t>•    encoder equivariance (escnn check_equivariance)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Calibri"/>
              </a:rPr>
              <a:t>•    GroupPooling invariance  ·  determinism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Calibri"/>
              </a:rPr>
              <a:t>•    shape + parameter-count locked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Calibri"/>
              </a:rPr>
              <a:t>•  Final checkpoint + eval JSON committed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Calibri"/>
              </a:rPr>
              <a:t>•  norm_stats_12ch.json committed (force-added)</a:t>
            </a:r>
          </a:p>
          <a:p>
            <a:pPr algn="l">
              <a:spcAft>
                <a:spcPts val="800"/>
              </a:spcAft>
            </a:pPr>
            <a:r>
              <a:rPr sz="1600">
                <a:latin typeface="Calibri"/>
              </a:rPr>
              <a:t>•  SLURM scripts env-var templated — no hardcoded cluster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tests/test_equivariance.py      7 tests ✓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data/norm_stats_12ch.json       committed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results_final/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eval_cond1_seed1_s16_tta.json    F1=0.7938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prob_p2_tromso.npy               our probs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prob_gatti_tromso.npy            baseline probs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gt_tromso.npy                    GT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  vh_tromso.npy                    VH viz</a:t>
            </a:r>
          </a:p>
          <a:p>
            <a:pPr algn="l"/>
            <a:r>
              <a:rPr sz="1200">
                <a:solidFill>
                  <a:srgbClr val="1A365D"/>
                </a:solidFill>
                <a:latin typeface="Menlo"/>
              </a:rPr>
              <a:t>.env.example  ← REPO  DATA_DIR  SIF  BIND_ROOT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365D"/>
                </a:solidFill>
                <a:latin typeface="Calibri"/>
              </a:rPr>
              <a:t>File-by-file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src/models/segnet.py        D4SegNet + D4SegNetNoSkip, _eq_block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src/data/                   dataset, preprocess, norm_stats, augment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src/losses.py               bce / focal_tversky / dice / component_iou / area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src/train.py                loop, AMP, val-F1 checkpoint selection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src/inference.py            sliding window, 4 blending modes, 4-fold TTA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src/evaluate.py             bootstrap CIs, permutation test, F1-opt threshold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src/aggregate.py            roll up run JSONs → comparison tables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src/slurm/*.sh              12 parameterised sweep scripts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tests/test_equivariance.py  CI sanity (7 tests)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wiki/                       living lab notebook (goal, arch, eval, log, ...)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figures/                    hero, metric_disagreement, param_frontier, ...</a:t>
            </a:r>
          </a:p>
          <a:p>
            <a:pPr algn="l"/>
            <a:r>
              <a:rPr sz="1500">
                <a:solidFill>
                  <a:srgbClr val="1A365D"/>
                </a:solidFill>
                <a:latin typeface="Menlo"/>
              </a:rPr>
              <a:t>results_final/              final numbers + probs for the Tromsø scene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Take-homes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97280" cy="1188720"/>
          </a:xfrm>
          <a:prstGeom prst="rect">
            <a:avLst/>
          </a:prstGeom>
          <a:solidFill>
            <a:srgbClr val="EDC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>
                <a:solidFill>
                  <a:srgbClr val="1A365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Symmetry-aware inductive bias beats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423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DC05E"/>
                </a:solidFill>
                <a:latin typeface="Calibri"/>
              </a:rPr>
              <a:t>at 1% the parameters, same pixel F1, better instance F1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1097280" cy="1188720"/>
          </a:xfrm>
          <a:prstGeom prst="rect">
            <a:avLst/>
          </a:prstGeom>
          <a:solidFill>
            <a:srgbClr val="EDC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>
                <a:solidFill>
                  <a:srgbClr val="1A365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Pixel F1 hides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86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DC05E"/>
                </a:solidFill>
                <a:latin typeface="Calibri"/>
              </a:rPr>
              <a:t>the metric you report is a scientific choice, not a formatting 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1097280" cy="1188720"/>
          </a:xfrm>
          <a:prstGeom prst="rect">
            <a:avLst/>
          </a:prstGeom>
          <a:solidFill>
            <a:srgbClr val="EDC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>
                <a:solidFill>
                  <a:srgbClr val="1A365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7548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Don't ship instance heads without instance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49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DC05E"/>
                </a:solidFill>
                <a:latin typeface="Calibri"/>
              </a:rPr>
              <a:t>DPR failed on 150 crops — data scarcity beats architectural cleverness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D4-Equivariant SAR Avalanche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Thanks.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EDC05E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github.com/gsanmarco/Equivariant-SAR-Segmentation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EC0"/>
                </a:solidFill>
                <a:latin typeface="Calibri"/>
              </a:rPr>
              <a:t>CI green · Checkpoint released · Figures in /figures · Wiki in /wiki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